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B1F2A"/>
                </a:solidFill>
                <a:latin typeface="+mn-lt"/>
              </a:rPr>
              <a:t>Test accuracy (%), 6,000 held-out images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3ED-495B-ABAF-7C422DE1C75A}"/>
              </c:ext>
            </c:extLst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ED-495B-ABAF-7C422DE1C75A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ED-495B-ABAF-7C422DE1C75A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ED-495B-ABAF-7C422DE1C75A}"/>
              </c:ext>
            </c:extLst>
          </c:dPt>
          <c:dPt>
            <c:idx val="4"/>
            <c:invertIfNegative val="0"/>
            <c:bubble3D val="0"/>
            <c:spPr>
              <a:solidFill>
                <a:srgbClr val="8A9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3ED-495B-ABAF-7C422DE1C75A}"/>
              </c:ext>
            </c:extLst>
          </c:dPt>
          <c:dPt>
            <c:idx val="5"/>
            <c:invertIfNegative val="0"/>
            <c:bubble3D val="0"/>
            <c:spPr>
              <a:solidFill>
                <a:srgbClr val="8A9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3ED-495B-ABAF-7C422DE1C75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CNN</c:v>
                </c:pt>
                <c:pt idx="1">
                  <c:v>Logistic Reg.</c:v>
                </c:pt>
                <c:pt idx="2">
                  <c:v>SVM RBF</c:v>
                </c:pt>
                <c:pt idx="3">
                  <c:v>SVM Poly</c:v>
                </c:pt>
                <c:pt idx="4">
                  <c:v>SVM Sigmoid</c:v>
                </c:pt>
                <c:pt idx="5">
                  <c:v>SVM Linear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83.35</c:v>
                </c:pt>
                <c:pt idx="2">
                  <c:v>80.23</c:v>
                </c:pt>
                <c:pt idx="3">
                  <c:v>67.930000000000007</c:v>
                </c:pt>
                <c:pt idx="4">
                  <c:v>45.73</c:v>
                </c:pt>
                <c:pt idx="5">
                  <c:v>43.08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3ED-495B-ABAF-7C422DE1C7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5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t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05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101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problem: classify 28x28 hand-drawn sketches into three classes and compare classical ML against a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statement. Replace/confirm wording against the numbered problem statement on the master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classes mean accuracy is a fair headline metric. We also report macro precision, recall and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all six models share exactly the same split so scores are directly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SVMs hit the 500-iteration cap in every case, so their ranking reflects this capped, untuned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fell from 0.3047 (epoch 1) to 0.0100 (epoch 20). No validation curves were tracked, so overfitting was not measured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ranking: CNN 0.9500, LR 0.8335, SVM RBF 0.8023, Poly 0.6793, Sigmoid 0.4573, Linear 0.4308. Macro-F1 ranking differs only at the bottom (linear 0.4352 vs sigmoid 0.3908).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are true classes, columns are predicted classes. Mosquito is the most distinctive shape; the CNN roughly cuts the banana/hockey-stick confusion by 5x vs logistic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Inference time is for the full 6,000-image test set. CNN training: 20 epochs, 679.45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limitations; the panel usually asks about the SVM iteration cap and the missing validation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QuickDraw Mini-Project · UE24CS352A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· MACHINE LEARNING · MINI-PROJECT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Recognising Doodles: Banana, Hockey Stick or Mosquito?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SVM kernels vs. a CNN on Google Quick, Draw! sketches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[A-18]  ·  [Abhay TS, PES1UG24AM008]  ·  [Avyukt Ranjan, PES1UG24AM060]</a:t>
            </a:r>
            <a:endParaRPr lang="en-US" sz="1200" dirty="0"/>
          </a:p>
        </p:txBody>
      </p:sp>
      <p:sp>
        <p:nvSpPr>
          <p:cNvPr id="6" name="Sample frame"/>
          <p:cNvSpPr/>
          <p:nvPr/>
        </p:nvSpPr>
        <p:spPr>
          <a:xfrm>
            <a:off x="5394960" y="960120"/>
            <a:ext cx="320040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Samples" descr="Sample banana, hockey stick and mosquito sketch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2926080" cy="1463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· hockey stick · mosquito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name the doodle from 784 pixels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28 × 28 grayscale sketch as banana, hockey stick or mosquito, and compare classical ML with deep learning.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 are noisy, drawn at different scales and angles. A banana and a hockey stick are both elongated curves, so they are easy to confuse.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compare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four SVM kernels (linear, RBF, polynomial, sigmoid) and a two-block CNN.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60720" y="118872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0" y="1188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11887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233172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2331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3317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used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3474720"/>
            <a:ext cx="2926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28×28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34747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each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20,000 Quick, Draw! sketches per class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7548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ample grid" descr="Six sample drawings per cla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44805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banana, hockey stick, mosquito (6 random drawings each)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2344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.npy arrays, uint8 28×28 grayscale; pixels not binarised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Available: 307,936 banana, 130,110 hockey stick, 123,029 mosquito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Used: first 20,000 of each, giving a perfectly balanced 60,000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split, seed 42: 48,000 train / 6,000 validation / 6,000 test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one shared pipeline for every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508760" cy="23774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2491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.npy files, check shape (N, 28, 28)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21408" y="1463040"/>
            <a:ext cx="1508760" cy="23774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6896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9689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272491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20,000 drawings per 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85616" y="1463040"/>
            <a:ext cx="1508760" cy="23774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1104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6110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72491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 stratified, seed 42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49824" y="1463040"/>
            <a:ext cx="1508760" cy="23774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25312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531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72491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 for LR and CNN; [-1,1] for SVM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14032" y="1463040"/>
            <a:ext cx="1508760" cy="23774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test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724912"/>
            <a:ext cx="1289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train, score on held-out test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partition is untouched until the final evaluation, and pixel scaling is fixed (not learned), so nothing leaks from test data.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models: logistic regression and SVMs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Multinomial, lbfgs, 100 iterations, inputs in [0,1]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Linear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linear, 500 iteration cap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RBF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rbf, gamma = 1.0, 500 iteration cap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Polynomial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5, coef0 = 1.0, 500 iteration cap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Sigmoid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coef0 = 1.0, 500 iteration cap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1089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SVMs use inputs scaled to [-1, 1]. No hyperparameter tuning was done.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CNN: two convolution blocks and a classifier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1×28×28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55064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0784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+ ReLU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00784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maps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52928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8648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50792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96512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+ ReLU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96512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02352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48656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94376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94376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0216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46520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FC 128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3,136 → 128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17830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44384" y="1417320"/>
            <a:ext cx="1051560" cy="1371600"/>
          </a:xfrm>
          <a:prstGeom prst="roundRect">
            <a:avLst>
              <a:gd name="adj" fmla="val 869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90104" y="146304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output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90104" y="2286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0.001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46120" y="320040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290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64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342900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each epoch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0" y="3200400"/>
            <a:ext cx="26517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CNN is clearly the most accurate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9728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95.0%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accuracy and macro-F1 0.950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27432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+11.7 points over logistic regression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is the best SVM at 80.2%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sigmoid SVMs stay below 46%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errors: banana vs hockey stick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Image 0" descr="CNN confus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280160"/>
            <a:ext cx="3246120" cy="2501109"/>
          </a:xfrm>
          <a:prstGeom prst="rect">
            <a:avLst/>
          </a:prstGeom>
        </p:spPr>
      </p:pic>
      <p:pic>
        <p:nvPicPr>
          <p:cNvPr id="6" name="Image 1" descr="Logistic regression confusion matri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280160"/>
            <a:ext cx="3246120" cy="250110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banana ↔ hockey stick confused 67 and 72 times; mosquito 1,965 / 2,000 correct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the same pair confused 364 and 238 times; mosquito 1,807 / 2,000 correct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costs time: CNN took ~11 min to train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 (%)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Macro-F1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Train (s)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inference (s)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CNN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95.00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0.950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679.5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4.48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83.35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0.833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14.8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0.03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SVM RBF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80.23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0.803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43.2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3.76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SVM Polynomial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67.93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0.688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39.2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4.94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SVM Sigmoid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45.73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0.391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44.2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2.94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SVM Linear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43.08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0.435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37.9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3.28</a:t>
                      </a:r>
                      <a:endParaRPr lang="en-US" sz="13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the pragmatic baseline: 83% accuracy in 15 seconds with near-instant inference. The CNN is the best model when accuracy matters. Timings are CPU-only and machine dependent.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wins on every metric (95.0% accuracy)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 beat raw-pixel models on sketches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is the only SVM kernel competitive with logistic regression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vs hockey stick is the hardest pair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and 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 hit the 500-iteration cap and were untuned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curves, so overfitting is unmeasured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not run: pretrained weights are outside the three allowed inputs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tune SVMs, add augmentation and early stopping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https://github.com/AbhayTS1011/ML-MINI-PROJECT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Draw">
  <a:themeElements>
    <a:clrScheme name="QuickDraw">
      <a:dk1>
        <a:srgbClr val="1B1F2A"/>
      </a:dk1>
      <a:lt1>
        <a:srgbClr val="FFFFFF"/>
      </a:lt1>
      <a:dk2>
        <a:srgbClr val="3A4054"/>
      </a:dk2>
      <a:lt2>
        <a:srgbClr val="F3F4F7"/>
      </a:lt2>
      <a:accent1>
        <a:srgbClr val="F2B705"/>
      </a:accent1>
      <a:accent2>
        <a:srgbClr val="2A9D8F"/>
      </a:accent2>
      <a:accent3>
        <a:srgbClr val="E76F51"/>
      </a:accent3>
      <a:accent4>
        <a:srgbClr val="5B6CFF"/>
      </a:accent4>
      <a:accent5>
        <a:srgbClr val="8A93A8"/>
      </a:accent5>
      <a:accent6>
        <a:srgbClr val="C9CEDA"/>
      </a:accent6>
      <a:hlink>
        <a:srgbClr val="2A9D8F"/>
      </a:hlink>
      <a:folHlink>
        <a:srgbClr val="8A93A8"/>
      </a:folHlink>
    </a:clrScheme>
    <a:fontScheme name="QuickDra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983</Words>
  <Application>Microsoft Office PowerPoint</Application>
  <PresentationFormat>On-screen Show (16:9)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QuickDraw</vt:lpstr>
      <vt:lpstr>PowerPoint Presentation</vt:lpstr>
      <vt:lpstr>The problem: name the doodle from 784 pixels</vt:lpstr>
      <vt:lpstr>Dataset: 20,000 Quick, Draw! sketches per class</vt:lpstr>
      <vt:lpstr>Approach: one shared pipeline for every model</vt:lpstr>
      <vt:lpstr>Classical models: logistic regression and SVMs</vt:lpstr>
      <vt:lpstr>The CNN: two convolution blocks and a classifier</vt:lpstr>
      <vt:lpstr>Results: the CNN is clearly the most accurate</vt:lpstr>
      <vt:lpstr>Most errors: banana vs hockey stick</vt:lpstr>
      <vt:lpstr>Accuracy costs time: CNN took ~11 min to train</vt:lpstr>
      <vt:lpstr>Conclusions and limitations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QuickDraw Mini-Project</dc:title>
  <dc:subject>PptxGenJS Presentation</dc:subject>
  <dc:creator>Team</dc:creator>
  <cp:lastModifiedBy>Srinidhi T N</cp:lastModifiedBy>
  <cp:revision>3</cp:revision>
  <dcterms:created xsi:type="dcterms:W3CDTF">2026-10-15T02:53:12Z</dcterms:created>
  <dcterms:modified xsi:type="dcterms:W3CDTF">2026-10-15T03:13:20Z</dcterms:modified>
</cp:coreProperties>
</file>