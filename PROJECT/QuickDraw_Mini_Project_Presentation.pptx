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lang="en-US" sz="1300" b="0" i="0" u="none" strike="noStrike">
                <a:solidFill>
                  <a:srgbClr val="1B1F2A"/>
                </a:solidFill>
                <a:latin typeface="+mn-lt"/>
              </a:rPr>
              <a:t>Test accuracy (%), 6,000 held-out images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3ED-495B-ABAF-7C422DE1C75A}"/>
              </c:ext>
            </c:extLst>
          </c:dPt>
          <c:dPt>
            <c:idx val="1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3ED-495B-ABAF-7C422DE1C75A}"/>
              </c:ext>
            </c:extLst>
          </c:dPt>
          <c:dPt>
            <c:idx val="2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3ED-495B-ABAF-7C422DE1C75A}"/>
              </c:ext>
            </c:extLst>
          </c:dPt>
          <c:dPt>
            <c:idx val="3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3ED-495B-ABAF-7C422DE1C75A}"/>
              </c:ext>
            </c:extLst>
          </c:dPt>
          <c:dPt>
            <c:idx val="4"/>
            <c:invertIfNegative val="0"/>
            <c:bubble3D val="0"/>
            <c:spPr>
              <a:solidFill>
                <a:srgbClr val="8A9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D3ED-495B-ABAF-7C422DE1C75A}"/>
              </c:ext>
            </c:extLst>
          </c:dPt>
          <c:dPt>
            <c:idx val="5"/>
            <c:invertIfNegative val="0"/>
            <c:bubble3D val="0"/>
            <c:spPr>
              <a:solidFill>
                <a:srgbClr val="8A9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D3ED-495B-ABAF-7C422DE1C75A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1F2A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CNN</c:v>
                </c:pt>
                <c:pt idx="1">
                  <c:v>Logistic Reg.</c:v>
                </c:pt>
                <c:pt idx="2">
                  <c:v>SVM RBF</c:v>
                </c:pt>
                <c:pt idx="3">
                  <c:v>SVM Poly</c:v>
                </c:pt>
                <c:pt idx="4">
                  <c:v>SVM Sigmoid</c:v>
                </c:pt>
                <c:pt idx="5">
                  <c:v>SVM Linear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95</c:v>
                </c:pt>
                <c:pt idx="1">
                  <c:v>83.35</c:v>
                </c:pt>
                <c:pt idx="2">
                  <c:v>80.23</c:v>
                </c:pt>
                <c:pt idx="3">
                  <c:v>67.930000000000007</c:v>
                </c:pt>
                <c:pt idx="4">
                  <c:v>45.73</c:v>
                </c:pt>
                <c:pt idx="5">
                  <c:v>43.08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D3ED-495B-ABAF-7C422DE1C75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5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t"/>
        <c:majorGridlines>
          <c:spPr>
            <a:ln w="6350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05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5101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problem: classify 28x28 hand-drawn sketches into three classes and compare classical ML against a CNN.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statement. Replace/confirm wording against the numbered problem statement on the master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Balanced classes mean accuracy is a fair headline metric. We also report macro precision, recall and F1.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all six models share exactly the same split so scores are directly comparable.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SVMs hit the 500-iteration cap in every case, so their ranking reflects this capped, untuned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loss fell from 0.3047 (epoch 1) to 0.0100 (epoch 20). No validation curves were tracked, so overfitting was not measured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Accuracy ranking: CNN 0.9500, LR 0.8335, SVM RBF 0.8023, Poly 0.6793, Sigmoid 0.4573, Linear 0.4308. Macro-F1 ranking differs only at the bottom (linear 0.4352 vs sigmoid 0.3908).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Inference time is for the full 6,000-image test set. CNN training: 20 epochs, 679.45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limitations; the panel usually asks about the SVM iteration cap and the missing validation 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QuickDraw Mini-Project · UE24CS352A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UE24CS352A · MACHINE LEARNING · MINI-PROJECT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Recognising Doodles: Banana, Hockey Stick or Mosquito? 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vs. SVM kernels vs. a CNN on Google Quick, Draw! sketches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[A-18]  ·  [Abhay TS, PES1UG24AM008]  ·  [Avyukt Ranjan, PES1UG24AM060]</a:t>
            </a:r>
            <a:endParaRPr lang="en-US" sz="1200" dirty="0"/>
          </a:p>
        </p:txBody>
      </p:sp>
      <p:sp>
        <p:nvSpPr>
          <p:cNvPr id="6" name="Sample frame"/>
          <p:cNvSpPr/>
          <p:nvPr/>
        </p:nvSpPr>
        <p:spPr>
          <a:xfrm>
            <a:off x="5394960" y="960120"/>
            <a:ext cx="3200400" cy="320040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7" name="Samples" descr="Sample banana, hockey stick and mosquito sketch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554480"/>
            <a:ext cx="292608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200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banana · hockey stick · mosquito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name the doodle from 784 pixels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8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 28 × 28 grayscale sketch as banana, hockey stick or mosquito, and compare classical ML with deep learning.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hard</a:t>
            </a:r>
            <a:endParaRPr lang="en-US" sz="18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Sketches are noisy, drawn at different scales and angles. A banana and a hockey stick are both elongated curves, so they are easy to confuse.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compare</a:t>
            </a:r>
            <a:endParaRPr lang="en-US" sz="1800" dirty="0"/>
          </a:p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regression, four SVM kernels (linear, RBF, polynomial, sigmoid) and a two-block CNN.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760720" y="1188720"/>
            <a:ext cx="29260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0" y="118872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60920" y="118872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60720" y="2331720"/>
            <a:ext cx="29260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0" y="233172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60,000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233172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used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60720" y="3474720"/>
            <a:ext cx="29260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0" y="347472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28×28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347472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 each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Google Quick, Draw! 20,000 sketches per class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75488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ample grid" descr="Six sample drawings per c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1600"/>
            <a:ext cx="4480560" cy="2240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37947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banana, hockey stick, mosquito (6 random drawings each)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0" y="1234440"/>
            <a:ext cx="3200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.npy arrays, uint8 28×28 grayscale; pixels not binarised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Available: 307,936 banana, 130,110 hockey stick, 123,029 mosquito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Used: first 20,000 of each, giving a perfectly balanced 60,000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split, seed 42: 48,000 train / 6,000 validation / 6,000 test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Approach: one shared pipeline for every model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508760" cy="23774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2688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24912"/>
            <a:ext cx="1289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.npy files, check shape (N, 28, 28)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21408" y="1463040"/>
            <a:ext cx="1508760" cy="23774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96896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96896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31136" y="2724912"/>
            <a:ext cx="1289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20,000 drawings per class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85616" y="1463040"/>
            <a:ext cx="1508760" cy="23774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61104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61104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785616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895344" y="2724912"/>
            <a:ext cx="1289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80/10/10 stratified, seed 42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49824" y="1463040"/>
            <a:ext cx="1508760" cy="23774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25312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25312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49824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559552" y="2724912"/>
            <a:ext cx="1289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[0,1] for LR and CNN; [-1,1] for SVM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14032" y="1463040"/>
            <a:ext cx="1508760" cy="23774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114032" y="23317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&amp; test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2724912"/>
            <a:ext cx="1289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train, score on held-out test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partition is untouched until the final evaluation, and pixel scaling is fixed (not learned), so nothing leaks from test data.</a:t>
            </a:r>
            <a:endParaRPr lang="en-US" sz="14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models: logistic regression and SVMs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Multinomial, lbfgs, 100 iterations, inputs in [0,1]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Linear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74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= linear, 500 iteration cap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RBF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74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= rbf, gamma = 1.0, 500 iteration cap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108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Polynomial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566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5, coef0 = 1.0, 500 iteration cap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46120" y="297180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3108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Sigmoid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566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coef0 = 1.0, 500 iteration cap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35040" y="297180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310896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SVMs use inputs scaled to [-1, 1]. No hyperparameter tuning was done.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CNN: two convolution blocks and a classifier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1051560" cy="1371600"/>
          </a:xfrm>
          <a:prstGeom prst="roundRect">
            <a:avLst>
              <a:gd name="adj" fmla="val 869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46304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1×28×28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655064" y="1417320"/>
            <a:ext cx="1051560" cy="1371600"/>
          </a:xfrm>
          <a:prstGeom prst="roundRect">
            <a:avLst>
              <a:gd name="adj" fmla="val 869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00784" y="146304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3×3 + ReLU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maps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06624" y="178308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852928" y="1417320"/>
            <a:ext cx="1051560" cy="1371600"/>
          </a:xfrm>
          <a:prstGeom prst="roundRect">
            <a:avLst>
              <a:gd name="adj" fmla="val 8696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98648" y="146304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MaxPool 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898648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14×14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904488" y="178308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050792" y="1417320"/>
            <a:ext cx="1051560" cy="1371600"/>
          </a:xfrm>
          <a:prstGeom prst="roundRect">
            <a:avLst>
              <a:gd name="adj" fmla="val 869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46304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3×3 + ReLU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096512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maps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102352" y="178308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248656" y="1417320"/>
            <a:ext cx="1051560" cy="1371600"/>
          </a:xfrm>
          <a:prstGeom prst="roundRect">
            <a:avLst>
              <a:gd name="adj" fmla="val 8696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94376" y="146304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MaxPool 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94376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7×7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00216" y="178308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46520" y="1417320"/>
            <a:ext cx="1051560" cy="1371600"/>
          </a:xfrm>
          <a:prstGeom prst="roundRect">
            <a:avLst>
              <a:gd name="adj" fmla="val 869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146304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 + FC 128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3,136 → 128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0" y="178308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7644384" y="1417320"/>
            <a:ext cx="1051560" cy="1371600"/>
          </a:xfrm>
          <a:prstGeom prst="roundRect">
            <a:avLst>
              <a:gd name="adj" fmla="val 869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90104" y="146304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 output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690104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classes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20040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3749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 0.001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246120" y="320040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2900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 64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3429000" y="3749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shuffled each epoch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035040" y="320040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epochs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217920" y="3749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loss</a:t>
            </a:r>
            <a:endParaRPr lang="en-US" sz="14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the CNN is clearly the most accurate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097280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217920" y="1188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95.0%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6217920" y="20116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accuracy and macro-F1 0.950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27432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+11.7 points over logistic regression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RBF is the best SVM at 80.2%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and sigmoid SVMs stay below 46%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costs time: CNN took ~11 min to train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5603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Accuracy (%)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Macro-F1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Train (s)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inference (s)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CNN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95.00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0.950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679.5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4.48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Logistic Regression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83.35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0.833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14.8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0.03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SVM RBF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80.23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0.803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43.2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3.76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SVM Polynomial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67.93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0.688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39.2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4.94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SVM Sigmoid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45.73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0.391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44.2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2.94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SVM Linear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43.08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0.435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37.9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3.28</a:t>
                      </a:r>
                      <a:endParaRPr lang="en-US" sz="1300" dirty="0"/>
                    </a:p>
                  </a:txBody>
                  <a:tcPr marT="27432" marB="27432" anchor="ctr">
                    <a:lnL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is the pragmatic baseline: 83% accuracy in 15 seconds with near-instant inference. The CNN is the best model when accuracy matters. Timings are CPU-only and machine dependent.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 and limitations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663440" y="1188720"/>
            <a:ext cx="40233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36118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wins on every metric (95.0% accuracy)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features beat raw-pixel models on sketches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RBF is the only SVM kernel competitive with logistic regression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Banana vs hockey stick is the hardest pair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89204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and next steps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783080"/>
            <a:ext cx="36118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SVMs hit the 500-iteration cap and were untuned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validation curves, so overfitting is unmeasured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not run: pretrained weights are outside the three allowed inputs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tune SVMs, add augmentation and early stopping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https://github.com/AbhayTS1011/ML-MINI-PROJECT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uickDraw">
  <a:themeElements>
    <a:clrScheme name="QuickDraw">
      <a:dk1>
        <a:srgbClr val="1B1F2A"/>
      </a:dk1>
      <a:lt1>
        <a:srgbClr val="FFFFFF"/>
      </a:lt1>
      <a:dk2>
        <a:srgbClr val="3A4054"/>
      </a:dk2>
      <a:lt2>
        <a:srgbClr val="F3F4F7"/>
      </a:lt2>
      <a:accent1>
        <a:srgbClr val="F2B705"/>
      </a:accent1>
      <a:accent2>
        <a:srgbClr val="2A9D8F"/>
      </a:accent2>
      <a:accent3>
        <a:srgbClr val="E76F51"/>
      </a:accent3>
      <a:accent4>
        <a:srgbClr val="5B6CFF"/>
      </a:accent4>
      <a:accent5>
        <a:srgbClr val="8A93A8"/>
      </a:accent5>
      <a:accent6>
        <a:srgbClr val="C9CEDA"/>
      </a:accent6>
      <a:hlink>
        <a:srgbClr val="2A9D8F"/>
      </a:hlink>
      <a:folHlink>
        <a:srgbClr val="8A93A8"/>
      </a:folHlink>
    </a:clrScheme>
    <a:fontScheme name="QuickDra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909</Words>
  <Application>Microsoft Office PowerPoint</Application>
  <PresentationFormat>On-screen Show (16:9)</PresentationFormat>
  <Paragraphs>164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QuickDraw</vt:lpstr>
      <vt:lpstr>PowerPoint Presentation</vt:lpstr>
      <vt:lpstr>The problem: name the doodle from 784 pixels</vt:lpstr>
      <vt:lpstr>Dataset: Google Quick, Draw! 20,000 sketches per class</vt:lpstr>
      <vt:lpstr>Approach: one shared pipeline for every model</vt:lpstr>
      <vt:lpstr>Classical models: logistic regression and SVMs</vt:lpstr>
      <vt:lpstr>The CNN: two convolution blocks and a classifier</vt:lpstr>
      <vt:lpstr>Results: the CNN is clearly the most accurate</vt:lpstr>
      <vt:lpstr>Accuracy costs time: CNN took ~11 min to train</vt:lpstr>
      <vt:lpstr>Conclusions and limitations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QuickDraw Mini-Project</dc:title>
  <dc:subject>PptxGenJS Presentation</dc:subject>
  <dc:creator>Team</dc:creator>
  <cp:lastModifiedBy>Srinidhi T N</cp:lastModifiedBy>
  <cp:revision>8</cp:revision>
  <dcterms:created xsi:type="dcterms:W3CDTF">2026-10-15T02:53:12Z</dcterms:created>
  <dcterms:modified xsi:type="dcterms:W3CDTF">2026-10-16T07:45:13Z</dcterms:modified>
</cp:coreProperties>
</file>